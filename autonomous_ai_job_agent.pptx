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77272" y="-1371600"/>
            <a:ext cx="3657600" cy="3657600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74552" y="-457200"/>
            <a:ext cx="2011680" cy="201168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·  PRODUCT × AI ENGINEERING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Autonomous AI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Application Agent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777240" y="4251960"/>
            <a:ext cx="548640" cy="457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the Future of Work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agent that turns the impossible trade-off between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personalization into a single click.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Hyper-personalization at scale is impossible — for humans.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candidates are forced into a losing trade-off between volume and quality.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6583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bottleneck: the job market demands hyper-personalization at massive scale.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reality: ~75% of resumes are discarded before a human ever reads them.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impossible trade-off: 5 generic resumes (high volume, low success) vs. 1 tailored resume (low volume, high success).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bridge the gap with an autonomous AI that delivers both — scale and precision.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237744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ATS BLACK HOLE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0" y="3108960"/>
            <a:ext cx="3291840" cy="5029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3108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resumes submitted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66760" y="3749040"/>
            <a:ext cx="2651760" cy="50292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3749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parsed by ATS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732520" y="4389120"/>
            <a:ext cx="1920240" cy="502920"/>
          </a:xfrm>
          <a:prstGeom prst="rect">
            <a:avLst/>
          </a:prstGeom>
          <a:solidFill>
            <a:srgbClr val="1E3A6C"/>
          </a:solidFill>
          <a:ln w="12700">
            <a:solidFill>
              <a:srgbClr val="1E3A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4389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keyword-matched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5029200"/>
            <a:ext cx="1188720" cy="502920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5029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shortlisted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35440" y="5669280"/>
            <a:ext cx="914400" cy="5029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5669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interview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Job Application Agent  ·  Confidential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137392" y="63550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37392" y="63550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autonomous agentic workflow — not another chatbot wrapper.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 execution: discovery → generation → application, in seconds.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2697480" cy="109728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63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job boards and surfaces high-fit roles.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7432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743200"/>
            <a:ext cx="2697480" cy="109728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063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11880" y="3703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11880" y="4160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JD, extracts ATS keywords and intent.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743200"/>
            <a:ext cx="2697480" cy="109728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063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46520" y="3703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46520" y="4160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native .docx tailored to the role.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52560" y="27432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2743200"/>
            <a:ext cx="2697480" cy="10972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3063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281160" y="3703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81160" y="4160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via HITL — you approve, agent acts.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·  Recruiter-ready .docx in ~15 seconds  ·  what used to take an hour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Job Application Agent  ·  Confidential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1137392" y="63550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37392" y="63550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 by design. Local-first by default.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97480" cy="3200400"/>
          </a:xfrm>
          <a:prstGeom prst="rect">
            <a:avLst/>
          </a:prstGeom>
          <a:solidFill>
            <a:srgbClr val="1B2A4E"/>
          </a:solidFill>
          <a:ln w="12700">
            <a:solidFill>
              <a:srgbClr val="1E3A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109728" cy="320040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Vanilla 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backend with a real-time dashboard.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2697480" cy="3200400"/>
          </a:xfrm>
          <a:prstGeom prst="rect">
            <a:avLst/>
          </a:prstGeom>
          <a:solidFill>
            <a:srgbClr val="1B2A4E"/>
          </a:solidFill>
          <a:ln w="12700">
            <a:solidFill>
              <a:srgbClr val="1E3A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194560"/>
            <a:ext cx="109728" cy="3200400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514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Engine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03320" y="3063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Playwright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352044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Chrome contexts, human-paced flows.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2697480" cy="3200400"/>
          </a:xfrm>
          <a:prstGeom prst="rect">
            <a:avLst/>
          </a:prstGeom>
          <a:solidFill>
            <a:srgbClr val="1B2A4E"/>
          </a:solidFill>
          <a:ln w="12700">
            <a:solidFill>
              <a:srgbClr val="1E3A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194560"/>
            <a:ext cx="109728" cy="3200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514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Store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3063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(local)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52044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career history for grounded retrieval.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2194560"/>
            <a:ext cx="2697480" cy="3200400"/>
          </a:xfrm>
          <a:prstGeom prst="rect">
            <a:avLst/>
          </a:prstGeom>
          <a:solidFill>
            <a:srgbClr val="1B2A4E"/>
          </a:solidFill>
          <a:ln w="12700">
            <a:solidFill>
              <a:srgbClr val="1E3A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2194560"/>
            <a:ext cx="1097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72600" y="2514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72600" y="3063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 on Groq LPUs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72600" y="352044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Sub-2s generations at near-zero cost.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760720"/>
            <a:ext cx="10881360" cy="0"/>
          </a:xfrm>
          <a:prstGeom prst="line">
            <a:avLst/>
          </a:prstGeom>
          <a:noFill/>
          <a:ln w="12700">
            <a:solidFill>
              <a:srgbClr val="1E3A6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 →  Retrieval  →  Generation  →  Delivery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Job Application Agent  ·  Confidential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137392" y="63550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37392" y="63550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 WEB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Surviving modern, hostile DOMs.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React-hydrated, ATS-protected job boards is an engineering problem, not a config flag.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463040" cy="6400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24688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React to settle before reading the DOM.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463040" cy="6400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33375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scrape scope to the parent UI card to fix title/company mismatch.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1463040" cy="6400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062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4206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Algorithmically randomized 'human breathing' delays.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463040" cy="6400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074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5074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raw HTML text — survive CSS rewrites and A/B tests.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2377440"/>
            <a:ext cx="3931920" cy="3931920"/>
          </a:xfrm>
          <a:prstGeom prst="rect">
            <a:avLst/>
          </a:prstGeom>
          <a:solidFill>
            <a:srgbClr val="071530"/>
          </a:solidFill>
          <a:ln w="12700">
            <a:solidFill>
              <a:srgbClr val="0715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2377440"/>
            <a:ext cx="3931920" cy="32004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90688" y="2468880"/>
            <a:ext cx="137160" cy="13716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91856" y="2468880"/>
            <a:ext cx="137160" cy="137160"/>
          </a:xfrm>
          <a:prstGeom prst="ellipse">
            <a:avLst/>
          </a:prstGeom>
          <a:solidFill>
            <a:srgbClr val="E0C24A"/>
          </a:solidFill>
          <a:ln w="12700">
            <a:solidFill>
              <a:srgbClr val="E0C2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2468880"/>
            <a:ext cx="137160" cy="13716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agent.scrape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launch chromium (persistent ctx)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80960" y="3291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B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hydration settled (1.42s)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0" y="3703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scope = ul.jobs &gt; li.card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80960" y="4114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B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24 cards parsed, 0 misaligned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4526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classify_apply_button(raw_html)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80960" y="4937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button: 'Apply on company site'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80960" y="5349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B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ready for HITL review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Job Application Agent  ·  Confidential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137392" y="63550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37392" y="63550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DUAL-AGENT EVALUATOR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can't trust an LLM to grade its own homework.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adversarial scorer forces the writer to actually meet enterprise hiring standards.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840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834640"/>
            <a:ext cx="822960" cy="82296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1 · The Writer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resume drafter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JD + retrieved context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ATS-aligned bullets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for keyword density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structured sections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3840480"/>
            <a:ext cx="914400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40680" y="4572000"/>
            <a:ext cx="-914400" cy="0"/>
          </a:xfrm>
          <a:prstGeom prst="line">
            <a:avLst/>
          </a:prstGeom>
          <a:noFill/>
          <a:ln w="38100">
            <a:solidFill>
              <a:srgbClr val="0B1E3F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526280" y="3429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feedback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2560320"/>
            <a:ext cx="3840480" cy="32918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2834640"/>
            <a:ext cx="822960" cy="82296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67512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2 · The ATS Scorer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reviewer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39319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rubric, brutal scoring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missing keywords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vague phrasing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score / 100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92640" y="2560320"/>
            <a:ext cx="1920240" cy="3291840"/>
          </a:xfrm>
          <a:prstGeom prst="roundRect">
            <a:avLst>
              <a:gd name="adj" fmla="val 7143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92640" y="338328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</a:t>
            </a:r>
            <a:endParaRPr lang="en-US" sz="8000" dirty="0"/>
          </a:p>
        </p:txBody>
      </p:sp>
      <p:sp>
        <p:nvSpPr>
          <p:cNvPr id="24" name="Text 22"/>
          <p:cNvSpPr/>
          <p:nvPr/>
        </p:nvSpPr>
        <p:spPr>
          <a:xfrm>
            <a:off x="9692640" y="4709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 ATS-ready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92640" y="5166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tension → higher quality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Job Application Agent  ·  Confidential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137392" y="63550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37392" y="63550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GROUNDING WITH VECTOR RAG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hallucinated skills. Ever.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forces the model to stick to verifiable facts about you.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852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large context windows invite confident fabrication.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ground every prompt with real, embedded career history.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not vibes: all-MiniLM-L6-v2 embeddings in ChromaDB.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only the Top-3 most relevant projects per role.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2468880"/>
            <a:ext cx="1554480" cy="7315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Profile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66560" y="3429000"/>
            <a:ext cx="292608" cy="292608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4032" y="3429000"/>
            <a:ext cx="292608" cy="292608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61504" y="3429000"/>
            <a:ext cx="292608" cy="292608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08976" y="3429000"/>
            <a:ext cx="292608" cy="292608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37673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+ embeddings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75320" y="2834640"/>
            <a:ext cx="32004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86800" y="2423160"/>
            <a:ext cx="1097280" cy="320040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0" y="2578608"/>
            <a:ext cx="1097280" cy="109728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3520440"/>
            <a:ext cx="1097280" cy="320040"/>
          </a:xfrm>
          <a:prstGeom prst="ellipse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69748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29800" y="2834640"/>
            <a:ext cx="32004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95560" y="2468880"/>
            <a:ext cx="13716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2A6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95560" y="2542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332720" y="2971800"/>
            <a:ext cx="1097280" cy="91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32720" y="3200400"/>
            <a:ext cx="1097280" cy="91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32720" y="3429000"/>
            <a:ext cx="1097280" cy="91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32720" y="3657600"/>
            <a:ext cx="1097280" cy="91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RELEVANT PROJECTS INJECTED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5120640"/>
            <a:ext cx="5212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5120640"/>
            <a:ext cx="73152" cy="4114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5120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bidding engine — Python, async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5623560"/>
            <a:ext cx="5212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5623560"/>
            <a:ext cx="73152" cy="4114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56235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at scale — embeddings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0" y="6126480"/>
            <a:ext cx="5212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6126480"/>
            <a:ext cx="73152" cy="4114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61264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with anomaly detection — observability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Job Application Agent  ·  Confidential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137392" y="63550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37392" y="63550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NATIVE DOC GENERATION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Recruiters read .docx — so that's what we ship.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compiles the model's output directly into formatted Word — no markdown hand-off.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03520" cy="3749040"/>
          </a:xfrm>
          <a:prstGeom prst="rect">
            <a:avLst/>
          </a:prstGeom>
          <a:solidFill>
            <a:srgbClr val="071530"/>
          </a:solidFill>
          <a:ln w="12700">
            <a:solidFill>
              <a:srgbClr val="0715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5303520" cy="32004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generate_resume.py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docx import Document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7296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 = Document(template_path)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1985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66674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section in ai_output.sections: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91363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 = doc.add_heading(section.title, 1)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40740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KeyError: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65429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 = doc.add_paragraph(section.title)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90118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b in section.bullets: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1480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doc.add_paragraph(b, style='List Bullet')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3949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64184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doc.save('tailored_resume.docx')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468880"/>
            <a:ext cx="5212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468880"/>
            <a:ext cx="5212080" cy="274320"/>
          </a:xfrm>
          <a:prstGeom prst="rect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468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tailored_resume.docx  ·  Microsoft Word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29260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 MORGAN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75120" y="3337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Backend Engineer  ·  alex@mail.com  ·  github/alexm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3657600"/>
            <a:ext cx="466344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7490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Designed async bidding engine handling 12k req/s.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43616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Cut p99 latency 38% via vectorized retrieval layer.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46542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Owned observability stack across 4 services.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50749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5349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Playwright · ChromaDB · Groq · LLM Eval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75120" y="571500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5715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 92 / 100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Job Application Agent  ·  Confidential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137392" y="63550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37392" y="63550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COST +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API cost. Zero data leaving the laptop.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strategic pivots that made the product viable for open-source distribution.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94960" cy="3749040"/>
          </a:xfrm>
          <a:prstGeom prst="rect">
            <a:avLst/>
          </a:prstGeom>
          <a:solidFill>
            <a:srgbClr val="1B2A4E"/>
          </a:solidFill>
          <a:ln w="12700">
            <a:solidFill>
              <a:srgbClr val="1E3A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OpenRouter  →  Groq + Llama-3.1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05840" y="3840480"/>
            <a:ext cx="4663440" cy="1463040"/>
          </a:xfrm>
          <a:prstGeom prst="rect">
            <a:avLst/>
          </a:prstGeom>
          <a:solidFill>
            <a:srgbClr val="071530"/>
          </a:solidFill>
          <a:ln w="12700">
            <a:solidFill>
              <a:srgbClr val="0715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4059936"/>
            <a:ext cx="699516" cy="-43891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5356" y="4016045"/>
            <a:ext cx="699516" cy="146304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04872" y="4162349"/>
            <a:ext cx="699516" cy="-204826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4388" y="3957523"/>
            <a:ext cx="233172" cy="29261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3986784"/>
            <a:ext cx="233172" cy="109728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70732" y="5084064"/>
            <a:ext cx="699516" cy="73152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0248" y="5157216"/>
            <a:ext cx="1399032" cy="29261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30829" y="3840480"/>
            <a:ext cx="0" cy="1463040"/>
          </a:xfrm>
          <a:prstGeom prst="line">
            <a:avLst/>
          </a:prstGeom>
          <a:noFill/>
          <a:ln w="12700">
            <a:solidFill>
              <a:srgbClr val="7A8AA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699309" y="3886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to Groq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4892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Inference &lt; 2s on Groq LPUs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6967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Zero per-call API cost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95274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Open-source ready (GitHub-shippable)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468880"/>
            <a:ext cx="5394960" cy="3749040"/>
          </a:xfrm>
          <a:prstGeom prst="rect">
            <a:avLst/>
          </a:prstGeom>
          <a:solidFill>
            <a:srgbClr val="1B2A4E"/>
          </a:solidFill>
          <a:ln w="12700">
            <a:solidFill>
              <a:srgbClr val="1E3A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3063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Local-first architecture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675120" y="3931920"/>
            <a:ext cx="2011680" cy="1188720"/>
          </a:xfrm>
          <a:prstGeom prst="rect">
            <a:avLst/>
          </a:prstGeom>
          <a:solidFill>
            <a:srgbClr val="0B1E3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5120640"/>
            <a:ext cx="2377440" cy="1371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3800" y="4297680"/>
            <a:ext cx="320040" cy="32004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5303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235440" y="4114800"/>
            <a:ext cx="2011680" cy="1005840"/>
          </a:xfrm>
          <a:prstGeom prst="ellipse">
            <a:avLst/>
          </a:prstGeom>
          <a:solidFill>
            <a:srgbClr val="071530"/>
          </a:solidFill>
          <a:ln w="12700">
            <a:solidFill>
              <a:srgbClr val="7A8AA8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9235440" y="4251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18320" y="4206240"/>
            <a:ext cx="1645920" cy="82296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064240" y="4206240"/>
            <a:ext cx="-1645920" cy="82296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0" y="5303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5715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Passwords + PII never leave the device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92240" y="59710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Residential IPs bypass DC bot blocks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0" y="62270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No multi-tenant SaaS liability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Job Application Agent  ·  Confidential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1137392" y="63550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37392" y="63550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THE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application agent to career operating system.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models, self-healing workflows, and lifecycle-wide augmentation.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0972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514600"/>
            <a:ext cx="137160" cy="74980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697480"/>
            <a:ext cx="868680" cy="411480"/>
          </a:xfrm>
          <a:prstGeom prst="roundRect">
            <a:avLst>
              <a:gd name="adj" fmla="val 17778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9748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6243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Multi-Modal Vision Nav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52160" y="260604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screenshots to llama-3.2-11b-vision — the agent literally sees Apply buttons, immune to HTML changes.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01568"/>
            <a:ext cx="10972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401568"/>
            <a:ext cx="137160" cy="74980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584448"/>
            <a:ext cx="868680" cy="411480"/>
          </a:xfrm>
          <a:prstGeom prst="roundRect">
            <a:avLst>
              <a:gd name="adj" fmla="val 17778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8444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5112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Click Targeting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52160" y="3493008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Bounding-box detection replaces brittle CSS selectors across every supported job board.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88536"/>
            <a:ext cx="10972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288536"/>
            <a:ext cx="137160" cy="749808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471416"/>
            <a:ext cx="868680" cy="411480"/>
          </a:xfrm>
          <a:prstGeom prst="roundRect">
            <a:avLst>
              <a:gd name="adj" fmla="val 17778"/>
            </a:avLst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71416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Q+1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439826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Cyclic Self-Healing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52160" y="4379976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ATS Scorer &lt; 85, Writer auto-rewrites until threshold is met — no human in the loop required.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175504"/>
            <a:ext cx="10972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175504"/>
            <a:ext cx="137160" cy="749808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358384"/>
            <a:ext cx="868680" cy="411480"/>
          </a:xfrm>
          <a:prstGeom prst="roundRect">
            <a:avLst>
              <a:gd name="adj" fmla="val 17778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58384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Q+2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52852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Prep Engine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52160" y="526694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auto-generates study guides, behavioral stories, and likely questions per role.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6080760"/>
            <a:ext cx="10972800" cy="0"/>
          </a:xfrm>
          <a:prstGeom prst="rect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automating applications — we're building a career agent.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1137392" y="63550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37392" y="63550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Autonomous AI Job Application Agent</dc:title>
  <dc:subject>PptxGenJS Presentation</dc:subject>
  <dc:creator>PptxGenJS</dc:creator>
  <cp:lastModifiedBy>PptxGenJS</cp:lastModifiedBy>
  <cp:revision>1</cp:revision>
  <dcterms:created xsi:type="dcterms:W3CDTF">2026-05-21T17:59:41Z</dcterms:created>
  <dcterms:modified xsi:type="dcterms:W3CDTF">2026-05-21T17:59:41Z</dcterms:modified>
</cp:coreProperties>
</file>